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5" r:id="rId9"/>
    <p:sldId id="266" r:id="rId10"/>
    <p:sldId id="268" r:id="rId11"/>
    <p:sldId id="267" r:id="rId12"/>
    <p:sldId id="2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342265"/>
            <a:ext cx="9144000" cy="2035810"/>
          </a:xfrm>
        </p:spPr>
        <p:txBody>
          <a:bodyPr/>
          <a:lstStyle/>
          <a:p>
            <a:r>
              <a:rPr lang="en-US" altLang="en-GB" dirty="0"/>
              <a:t>Smart Bill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278370" y="4323715"/>
            <a:ext cx="3389630" cy="1655445"/>
          </a:xfrm>
        </p:spPr>
        <p:txBody>
          <a:bodyPr>
            <a:normAutofit lnSpcReduction="20000"/>
          </a:bodyPr>
          <a:lstStyle/>
          <a:p>
            <a:pPr algn="ctr">
              <a:lnSpc>
                <a:spcPct val="100000"/>
              </a:lnSpc>
            </a:pPr>
            <a:r>
              <a:rPr lang="en-US" altLang="en-GB"/>
              <a:t>SUBMITTED</a:t>
            </a:r>
          </a:p>
          <a:p>
            <a:pPr algn="ctr">
              <a:lnSpc>
                <a:spcPct val="100000"/>
              </a:lnSpc>
            </a:pPr>
            <a:r>
              <a:rPr lang="en-US" altLang="en-GB"/>
              <a:t>TO</a:t>
            </a:r>
          </a:p>
          <a:p>
            <a:pPr algn="ctr">
              <a:lnSpc>
                <a:spcPct val="100000"/>
              </a:lnSpc>
            </a:pPr>
            <a:r>
              <a:rPr lang="en-US" altLang="en-GB"/>
              <a:t>Dr. Suhasini</a:t>
            </a:r>
          </a:p>
        </p:txBody>
      </p:sp>
      <p:sp>
        <p:nvSpPr>
          <p:cNvPr id="4" name="Subtitle 2"/>
          <p:cNvSpPr>
            <a:spLocks noGrp="1"/>
          </p:cNvSpPr>
          <p:nvPr/>
        </p:nvSpPr>
        <p:spPr>
          <a:xfrm>
            <a:off x="1524000" y="4323715"/>
            <a:ext cx="5234940" cy="16554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altLang="en-GB" dirty="0"/>
              <a:t>SUBMITTED BY:-</a:t>
            </a:r>
          </a:p>
          <a:p>
            <a:pPr algn="ctr">
              <a:lnSpc>
                <a:spcPct val="100000"/>
              </a:lnSpc>
            </a:pPr>
            <a:r>
              <a:rPr lang="en-US" altLang="en-GB"/>
              <a:t>Jitendra Kumar Yadav(2210991720)</a:t>
            </a:r>
          </a:p>
          <a:p>
            <a:pPr algn="ctr">
              <a:lnSpc>
                <a:spcPct val="100000"/>
              </a:lnSpc>
            </a:pPr>
            <a:r>
              <a:rPr lang="en-US" altLang="en-GB" dirty="0"/>
              <a:t>Manasvi(2210991876)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GB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GB"/>
              <a:t>The Electricity Bill Management System is designed to simplify the management of electricity bills for users. </a:t>
            </a:r>
          </a:p>
          <a:p>
            <a:r>
              <a:rPr lang="en-US" altLang="en-GB"/>
              <a:t>This system provides a platform where users can easily register, log in, and manage their billing information. </a:t>
            </a:r>
          </a:p>
          <a:p>
            <a:r>
              <a:rPr lang="en-US" altLang="en-GB"/>
              <a:t>By leveraging modern technologies, we aim to enhance user experience and streamline the billing process. </a:t>
            </a:r>
          </a:p>
          <a:p>
            <a:r>
              <a:rPr lang="en-US" altLang="en-GB"/>
              <a:t>The project is developed using Java for the backend and MySQL for database management. </a:t>
            </a:r>
          </a:p>
          <a:p>
            <a:r>
              <a:rPr lang="en-US" altLang="en-GB"/>
              <a:t>Our goal is to create a reliable and efficient system that meets user needs and expectations.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GB"/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GB"/>
              <a:t>The primary objective of this project is to provide a user-friendly interface for managing electricity bills. </a:t>
            </a:r>
          </a:p>
          <a:p>
            <a:r>
              <a:rPr lang="en-US" altLang="en-GB"/>
              <a:t>We aim to enable secure user signup and login processes to protect user data. </a:t>
            </a:r>
          </a:p>
          <a:p>
            <a:r>
              <a:rPr lang="en-US" altLang="en-GB"/>
              <a:t>Additionally, the system will allow users to view, edit, and manage their billing information seamlessly. </a:t>
            </a:r>
          </a:p>
          <a:p>
            <a:r>
              <a:rPr lang="en-US" altLang="en-GB"/>
              <a:t>We also plan to implement features that will notify users of upcoming due dates and payment confirmations. </a:t>
            </a:r>
          </a:p>
          <a:p>
            <a:r>
              <a:rPr lang="en-US" altLang="en-GB"/>
              <a:t>Ultimately, our goal is to improve the overall efficiency of electricity bill management for users.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GB"/>
              <a:t>Progress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lstStyle/>
          <a:p>
            <a:r>
              <a:rPr lang="en-US" altLang="en-GB"/>
              <a:t>As of now, we have made significant progress in the development of the system. </a:t>
            </a:r>
          </a:p>
          <a:p>
            <a:r>
              <a:rPr lang="en-US" altLang="en-GB"/>
              <a:t>The user register process has been successfully completed, allowing new users to register</a:t>
            </a:r>
          </a:p>
          <a:p>
            <a:r>
              <a:rPr lang="en-US" altLang="en-GB"/>
              <a:t>Previous user can also login by using correct userid and password which is then verified with databse. </a:t>
            </a:r>
          </a:p>
          <a:p>
            <a:r>
              <a:rPr lang="en-US" altLang="en-GB"/>
              <a:t>We have also developed the home page for authenticated users, which displays relevant billing information. </a:t>
            </a:r>
          </a:p>
          <a:p>
            <a:r>
              <a:rPr lang="en-US" altLang="en-GB"/>
              <a:t>Database integration has been established, enabling secure storage and retrieval of user data. </a:t>
            </a:r>
          </a:p>
          <a:p>
            <a:r>
              <a:rPr lang="en-US" altLang="en-GB"/>
              <a:t>Overall, we are on track to meet our project milestones and deadlines.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GB"/>
              <a:t>Register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GB"/>
              <a:t>The signup process is a crucial component of our system, designed for ease of use and security. </a:t>
            </a:r>
          </a:p>
          <a:p>
            <a:r>
              <a:rPr lang="en-US" altLang="en-GB"/>
              <a:t>Users are required to input their name, email, and a secure password during registration. </a:t>
            </a:r>
          </a:p>
          <a:p>
            <a:r>
              <a:rPr lang="en-US" altLang="en-GB"/>
              <a:t>We have implemented validation checks to ensure that the email format is correct and that passwords meet strength requirements. </a:t>
            </a:r>
          </a:p>
          <a:p>
            <a:r>
              <a:rPr lang="en-US" altLang="en-GB"/>
              <a:t>Upon successful registration, a new user record is created in the database, ensuring data integrity. </a:t>
            </a:r>
          </a:p>
          <a:p>
            <a:r>
              <a:rPr lang="en-US" altLang="en-GB"/>
              <a:t>Error handling mechanisms are in place to provide user-friendly messages for issues like duplicate accounts or invalid inputs.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GB"/>
              <a:t>Register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GB"/>
              <a:t>While registering there are two types of account that can be opened via register :-</a:t>
            </a:r>
          </a:p>
          <a:p>
            <a:pPr marL="0" indent="0">
              <a:buNone/>
            </a:pPr>
            <a:r>
              <a:rPr lang="en-US" altLang="en-GB"/>
              <a:t>1. As ADMIN - In this type of register account , the person gets admin right i.e. he/she can change,add,update,delete the biling information by using his/her rights</a:t>
            </a:r>
          </a:p>
          <a:p>
            <a:pPr marL="0" indent="0">
              <a:buNone/>
            </a:pPr>
            <a:endParaRPr lang="en-US" altLang="en-GB"/>
          </a:p>
          <a:p>
            <a:pPr marL="0" indent="0">
              <a:buNone/>
            </a:pPr>
            <a:r>
              <a:rPr lang="en-US" altLang="en-GB"/>
              <a:t>2. As Customer - In this type of account , a person can see,fill his/her biling information and even pay his/her billing amount and be even remain updated.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register_custom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715" y="2331720"/>
            <a:ext cx="4865370" cy="3915410"/>
          </a:xfrm>
          <a:prstGeom prst="rect">
            <a:avLst/>
          </a:prstGeom>
        </p:spPr>
      </p:pic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GB"/>
              <a:t>Register Account UI</a:t>
            </a:r>
          </a:p>
        </p:txBody>
      </p:sp>
      <p:pic>
        <p:nvPicPr>
          <p:cNvPr id="9" name="Content Placeholder 8" descr="register_admin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376035" y="2331720"/>
            <a:ext cx="4697095" cy="391541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en-GB"/>
              <a:t>CUSTOMER account</a:t>
            </a:r>
          </a:p>
          <a:p>
            <a:endParaRPr lang="en-US" altLang="en-GB"/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6096000" y="1895475"/>
            <a:ext cx="5257800" cy="4351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GB"/>
              <a:t>ADMIN account</a:t>
            </a:r>
          </a:p>
          <a:p>
            <a:pPr marL="0" indent="0">
              <a:buNone/>
            </a:pPr>
            <a:endParaRPr lang="en-US" altLang="en-GB"/>
          </a:p>
          <a:p>
            <a:endParaRPr lang="en-US" altLang="en-GB"/>
          </a:p>
          <a:p>
            <a:pPr marL="0" indent="0">
              <a:buNone/>
            </a:pPr>
            <a:endParaRPr lang="en-US" altLang="en-GB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GB"/>
              <a:t>Login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25600"/>
            <a:ext cx="10515600" cy="4351338"/>
          </a:xfrm>
        </p:spPr>
        <p:txBody>
          <a:bodyPr>
            <a:normAutofit fontScale="95000" lnSpcReduction="10000"/>
          </a:bodyPr>
          <a:lstStyle/>
          <a:p>
            <a:r>
              <a:rPr lang="en-US" altLang="en-GB"/>
              <a:t>The login page is a critical component of the Electricity Bill Management System, providing users with secure access to their accounts. </a:t>
            </a:r>
          </a:p>
          <a:p>
            <a:r>
              <a:rPr lang="en-US" altLang="en-GB"/>
              <a:t>Key features of the login page include:</a:t>
            </a:r>
          </a:p>
          <a:p>
            <a:r>
              <a:rPr lang="en-US" altLang="en-GB"/>
              <a:t>User  Input Fields</a:t>
            </a:r>
          </a:p>
          <a:p>
            <a:r>
              <a:rPr lang="en-US" altLang="en-GB"/>
              <a:t>Validation Checks</a:t>
            </a:r>
          </a:p>
          <a:p>
            <a:r>
              <a:rPr lang="en-US" altLang="en-GB"/>
              <a:t>Security Measures</a:t>
            </a:r>
          </a:p>
          <a:p>
            <a:r>
              <a:rPr lang="en-US" altLang="en-GB"/>
              <a:t>SignUp Button</a:t>
            </a:r>
          </a:p>
          <a:p>
            <a:r>
              <a:rPr lang="en-US" altLang="en-GB"/>
              <a:t>Login Button</a:t>
            </a:r>
          </a:p>
          <a:p>
            <a:pPr marL="0" indent="0">
              <a:buNone/>
            </a:pPr>
            <a:r>
              <a:rPr lang="en-US" altLang="en-GB"/>
              <a:t>Overall, the login page is designed to be intuitive, secure, and efficient, ensuring a smooth user experience while maintaining data protection.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GB"/>
              <a:t>Login Page</a:t>
            </a:r>
          </a:p>
        </p:txBody>
      </p:sp>
      <p:pic>
        <p:nvPicPr>
          <p:cNvPr id="4" name="Content Placeholder 3" descr="login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99690" y="1843405"/>
            <a:ext cx="7239000" cy="36861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GB"/>
              <a:t>HOME 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GB"/>
              <a:t>Home page consists of :-</a:t>
            </a:r>
          </a:p>
          <a:p>
            <a:pPr marL="0" indent="0">
              <a:buNone/>
            </a:pPr>
            <a:r>
              <a:rPr lang="en-US" altLang="en-GB"/>
              <a:t>1.Menu Button - To check various more buttons</a:t>
            </a:r>
          </a:p>
          <a:p>
            <a:pPr marL="0" indent="0">
              <a:buNone/>
            </a:pPr>
            <a:r>
              <a:rPr lang="en-US" altLang="en-GB"/>
              <a:t>2.Information Button - To check information of the bill</a:t>
            </a:r>
          </a:p>
          <a:p>
            <a:pPr marL="0" indent="0">
              <a:buNone/>
            </a:pPr>
            <a:r>
              <a:rPr lang="en-US" altLang="en-GB"/>
              <a:t>3.User Button - To verify username / information about user</a:t>
            </a:r>
          </a:p>
          <a:p>
            <a:pPr marL="0" indent="0">
              <a:buNone/>
            </a:pPr>
            <a:r>
              <a:rPr lang="en-US" altLang="en-GB"/>
              <a:t>4.Bill Button - to check bill</a:t>
            </a:r>
          </a:p>
          <a:p>
            <a:pPr marL="0" indent="0">
              <a:buNone/>
            </a:pPr>
            <a:r>
              <a:rPr lang="en-US" altLang="en-GB"/>
              <a:t>5.Utility Button - </a:t>
            </a:r>
          </a:p>
          <a:p>
            <a:pPr marL="0" indent="0">
              <a:buNone/>
            </a:pPr>
            <a:r>
              <a:rPr lang="en-US" altLang="en-GB"/>
              <a:t>6.Exit button - to exit the app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GB"/>
              <a:t>HOME Page</a:t>
            </a:r>
          </a:p>
        </p:txBody>
      </p:sp>
      <p:pic>
        <p:nvPicPr>
          <p:cNvPr id="4" name="Content Placeholder 3" descr="home_page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4735" y="1691005"/>
            <a:ext cx="9160510" cy="453199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43D6E-8704-ED3E-BA6A-5C251045E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777C22-C716-D8D7-CD21-F58F5C8152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ForntEnd</a:t>
            </a:r>
            <a:r>
              <a:rPr lang="en-IN" dirty="0"/>
              <a:t> – Java Swing</a:t>
            </a:r>
          </a:p>
          <a:p>
            <a:r>
              <a:rPr lang="en-IN" dirty="0"/>
              <a:t>Backend – Java</a:t>
            </a:r>
          </a:p>
          <a:p>
            <a:r>
              <a:rPr lang="en-IN" dirty="0" err="1"/>
              <a:t>DataBase</a:t>
            </a:r>
            <a:r>
              <a:rPr lang="en-IN" dirty="0"/>
              <a:t> – My </a:t>
            </a:r>
            <a:r>
              <a:rPr lang="en-IN" dirty="0" err="1"/>
              <a:t>Sql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28205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636</Words>
  <Application>Microsoft Office PowerPoint</Application>
  <PresentationFormat>Widescreen</PresentationFormat>
  <Paragraphs>64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Smart Bill</vt:lpstr>
      <vt:lpstr>INTRODUCTION</vt:lpstr>
      <vt:lpstr>Project Objectives</vt:lpstr>
      <vt:lpstr>Progress Overview</vt:lpstr>
      <vt:lpstr>Register Process</vt:lpstr>
      <vt:lpstr>Register Types</vt:lpstr>
      <vt:lpstr>Register Account UI</vt:lpstr>
      <vt:lpstr>Login Process</vt:lpstr>
      <vt:lpstr>Login Page</vt:lpstr>
      <vt:lpstr>HOME Page</vt:lpstr>
      <vt:lpstr>HOME Page</vt:lpstr>
      <vt:lpstr>Tech Stack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Electricity Bill Management System</dc:title>
  <dc:creator>manu1</dc:creator>
  <cp:lastModifiedBy>Jitendra Kumar</cp:lastModifiedBy>
  <cp:revision>6</cp:revision>
  <dcterms:created xsi:type="dcterms:W3CDTF">2025-03-24T06:25:57Z</dcterms:created>
  <dcterms:modified xsi:type="dcterms:W3CDTF">2025-03-26T06:28:06Z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BB0CF137BBC843BEA24A7BEE1DAE6B7C_11</vt:lpwstr>
  </property>
  <property fmtid="{D5CDD505-2E9C-101B-9397-08002B2CF9AE}" pid="3" name="KSOProductBuildVer">
    <vt:lpwstr>2057-12.2.0.20348</vt:lpwstr>
  </property>
</Properties>
</file>